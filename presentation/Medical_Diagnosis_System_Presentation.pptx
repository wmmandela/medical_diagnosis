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CLINICAL DECISION SUPPORT &amp;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1F5F9"/>
                </a:solidFill>
              </a:defRPr>
            </a:pPr>
            <a:r>
              <a:t>Medical Diagnosis &amp;</a:t>
            </a:r>
            <a:br/>
            <a:r>
              <a:t>Clinical Triage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Relational logic reasoning, targeted questioning, and lab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Student Project Presentation  |  Python Kanren, REST API, Web Workstation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Clinician Portal &amp; Account Storage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4389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4F46E5"/>
                </a:solidFill>
                <a:latin typeface="Arial"/>
              </a:defRPr>
            </a:pPr>
            <a:r>
              <a:t>Portal Authentication Features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Clinician Sign In &amp; Sign Up: </a:t>
            </a:r>
            <a:r>
              <a:rPr b="0" sz="1200">
                <a:solidFill>
                  <a:srgbClr val="475569"/>
                </a:solidFill>
              </a:rPr>
              <a:t>Allows new users to register profiles and existing clinicians to sign in.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Local Storage Persistence: </a:t>
            </a:r>
            <a:r>
              <a:rPr b="0" sz="1200">
                <a:solidFill>
                  <a:srgbClr val="475569"/>
                </a:solidFill>
              </a:rPr>
              <a:t>Account details persist in browser localStorage across page reloads.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Collapsible Sidebar: </a:t>
            </a:r>
            <a:r>
              <a:rPr b="0" sz="1200">
                <a:solidFill>
                  <a:srgbClr val="475569"/>
                </a:solidFill>
              </a:rPr>
              <a:t>Displays active clinician name, email, facility, and role with toggle control.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Sign Out Management: </a:t>
            </a:r>
            <a:r>
              <a:rPr b="0" sz="1200">
                <a:solidFill>
                  <a:srgbClr val="475569"/>
                </a:solidFill>
              </a:rPr>
              <a:t>Allows clinicians to end session securely.</a:t>
            </a:r>
          </a:p>
        </p:txBody>
      </p:sp>
      <p:pic>
        <p:nvPicPr>
          <p:cNvPr id="6" name="Picture 5" descr="app_auth_screen_17860615649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33683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1: Symptom Selection &amp; Input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4389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Symptom Intake Workflow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Systemic &amp; Organ Taxonomy: </a:t>
            </a:r>
            <a:r>
              <a:rPr b="0" sz="1200">
                <a:solidFill>
                  <a:srgbClr val="475569"/>
                </a:solidFill>
              </a:rPr>
              <a:t>Organizes symptoms into Systemic, Respiratory, Gastrointestinal, Neurological.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Risk Factor Exposure: </a:t>
            </a:r>
            <a:r>
              <a:rPr b="0" sz="1200">
                <a:solidFill>
                  <a:srgbClr val="475569"/>
                </a:solidFill>
              </a:rPr>
              <a:t>Tracks vector exposure, travel history, and unboiled water consumption.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Custom Notes: </a:t>
            </a:r>
            <a:r>
              <a:rPr b="0" sz="1200">
                <a:solidFill>
                  <a:srgbClr val="475569"/>
                </a:solidFill>
              </a:rPr>
              <a:t>Text area for clinician observation notes.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Execution Trigger: </a:t>
            </a:r>
            <a:r>
              <a:rPr b="0" sz="1200">
                <a:solidFill>
                  <a:srgbClr val="475569"/>
                </a:solidFill>
              </a:rPr>
              <a:t>Single click initiates relational inference.</a:t>
            </a:r>
          </a:p>
        </p:txBody>
      </p:sp>
      <p:pic>
        <p:nvPicPr>
          <p:cNvPr id="6" name="Picture 5" descr="app_symptom_triage_1786061584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33683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2: Sequential Targeted Questioning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4389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Targeted Survey Design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3-Disease Lock: </a:t>
            </a:r>
            <a:r>
              <a:rPr b="0" sz="1200">
                <a:solidFill>
                  <a:srgbClr val="475569"/>
                </a:solidFill>
              </a:rPr>
              <a:t>Locks top candidate conditions (Disease 3 to Disease 1 priority).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Binary Yes/No Cards: </a:t>
            </a:r>
            <a:r>
              <a:rPr b="0" sz="1200">
                <a:solidFill>
                  <a:srgbClr val="475569"/>
                </a:solidFill>
              </a:rPr>
              <a:t>Presents follow-up questions with clear Yes and No action buttons.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5-Item Pagination: </a:t>
            </a:r>
            <a:r>
              <a:rPr b="0" sz="1200">
                <a:solidFill>
                  <a:srgbClr val="475569"/>
                </a:solidFill>
              </a:rPr>
              <a:t>Displays at most 5 questions per page when total questions &gt; 5.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Progress Tracking: </a:t>
            </a:r>
            <a:r>
              <a:rPr b="0" sz="1200">
                <a:solidFill>
                  <a:srgbClr val="475569"/>
                </a:solidFill>
              </a:rPr>
              <a:t>Monitors active completion progress.</a:t>
            </a:r>
          </a:p>
        </p:txBody>
      </p:sp>
      <p:pic>
        <p:nvPicPr>
          <p:cNvPr id="6" name="Picture 5" descr="app_sequential_questions_17860616024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3368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3: Differential Output &amp; Lab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4389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Diagnosis &amp; Testing Output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Primary Diagnosis Card: </a:t>
            </a:r>
            <a:r>
              <a:rPr b="0" sz="1200">
                <a:solidFill>
                  <a:srgbClr val="475569"/>
                </a:solidFill>
              </a:rPr>
              <a:t>Displays leading condition, ICD-10 code, confidence %, description.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Recommended Tests: </a:t>
            </a:r>
            <a:r>
              <a:rPr b="0" sz="1200">
                <a:solidFill>
                  <a:srgbClr val="475569"/>
                </a:solidFill>
              </a:rPr>
              <a:t>Specifies laboratory test name, sample type, and urgency.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Confirmation Testing: </a:t>
            </a:r>
            <a:r>
              <a:rPr b="0" sz="1200">
                <a:solidFill>
                  <a:srgbClr val="475569"/>
                </a:solidFill>
              </a:rPr>
              <a:t>Processes Test Positive and Test Negative lab outcomes.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Confirmed State: </a:t>
            </a:r>
            <a:r>
              <a:rPr b="0" sz="1200">
                <a:solidFill>
                  <a:srgbClr val="475569"/>
                </a:solidFill>
              </a:rPr>
              <a:t>Locks confirmed disease and displays prescribed medications.</a:t>
            </a:r>
          </a:p>
        </p:txBody>
      </p:sp>
      <p:pic>
        <p:nvPicPr>
          <p:cNvPr id="6" name="Picture 5" descr="app_diagnosis_results_17860616259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33683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TECHNICAL ARCHITECTURE &amp;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32918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Python Kanren Engine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Relational Facts: </a:t>
            </a:r>
            <a:r>
              <a:rPr b="0" sz="1200">
                <a:solidFill>
                  <a:srgbClr val="475569"/>
                </a:solidFill>
              </a:rPr>
              <a:t>Disease definitions &amp; ICD-10 codes.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Logical Rules: </a:t>
            </a:r>
            <a:r>
              <a:rPr b="0" sz="1200">
                <a:solidFill>
                  <a:srgbClr val="475569"/>
                </a:solidFill>
              </a:rPr>
              <a:t>Relational symptom matching.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Question Generator: </a:t>
            </a:r>
            <a:r>
              <a:rPr b="0" sz="1200">
                <a:solidFill>
                  <a:srgbClr val="475569"/>
                </a:solidFill>
              </a:rPr>
              <a:t>Adaptive follow-up queries.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828800"/>
            <a:ext cx="32918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201168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4F46E5"/>
                </a:solidFill>
                <a:latin typeface="Arial"/>
              </a:defRPr>
            </a:pPr>
            <a:r>
              <a:t>REST API Backend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/api/v1/diagnose: </a:t>
            </a:r>
            <a:r>
              <a:rPr b="0" sz="1200">
                <a:solidFill>
                  <a:srgbClr val="475569"/>
                </a:solidFill>
              </a:rPr>
              <a:t>Symptom triage endpoint.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/api/v1/next-questions: </a:t>
            </a:r>
            <a:r>
              <a:rPr b="0" sz="1200">
                <a:solidFill>
                  <a:srgbClr val="475569"/>
                </a:solidFill>
              </a:rPr>
              <a:t>Questioning endpoint.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/api/v1/testing-result: </a:t>
            </a:r>
            <a:r>
              <a:rPr b="0" sz="1200">
                <a:solidFill>
                  <a:srgbClr val="475569"/>
                </a:solidFill>
              </a:rPr>
              <a:t>Lab confirmation endpoint.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Quality Verification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9/9 Unit Tests: </a:t>
            </a:r>
            <a:r>
              <a:rPr b="0" sz="1200">
                <a:solidFill>
                  <a:srgbClr val="475569"/>
                </a:solidFill>
              </a:rPr>
              <a:t>100% pass rate in test suite.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0 Syntax Errors: </a:t>
            </a:r>
            <a:r>
              <a:rPr b="0" sz="1200">
                <a:solidFill>
                  <a:srgbClr val="475569"/>
                </a:solidFill>
              </a:rPr>
              <a:t>Node.js JS validation clean.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Flow Verified: </a:t>
            </a:r>
            <a:r>
              <a:rPr b="0" sz="1200">
                <a:solidFill>
                  <a:srgbClr val="475569"/>
                </a:solidFill>
              </a:rPr>
              <a:t>Auth, questioning, and lab test flows.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